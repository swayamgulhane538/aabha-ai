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2026 Idea submission- Template                                                                                                                                              1</a:t>
            </a:r>
          </a:p>
        </p:txBody>
      </p:sp>
      <p:pic>
        <p:nvPicPr>
          <p:cNvPr id="4" name="Picture 3" descr="sih_logo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B3F8B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143000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t>TITLE PAGE</a:t>
            </a:r>
          </a:p>
        </p:txBody>
      </p:sp>
      <p:pic>
        <p:nvPicPr>
          <p:cNvPr id="7" name="Picture 6" descr="sih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4114800" cy="4699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Problem Statement ID – </a:t>
            </a:r>
            <a:r>
              <a:rPr sz="1250" b="1">
                <a:solidFill>
                  <a:srgbClr val="0F172A"/>
                </a:solidFill>
              </a:rPr>
              <a:t>SIH26003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Problem Statement Title – </a:t>
            </a:r>
            <a:r>
              <a:rPr sz="1250" b="0">
                <a:solidFill>
                  <a:srgbClr val="0F172A"/>
                </a:solidFill>
              </a:rPr>
              <a:t>AI-Powered Cognitive Healthcare, Routine Assistance &amp; Inclusive Companion for Elderly Dementia Patients &amp; Specially-Abled Individuals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Theme – </a:t>
            </a:r>
            <a:r>
              <a:rPr sz="1250" b="0">
                <a:solidFill>
                  <a:srgbClr val="0F172A"/>
                </a:solidFill>
              </a:rPr>
              <a:t>MedTech / BioTech / HealthTech / Smart Automation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PS Category – </a:t>
            </a:r>
            <a:r>
              <a:rPr sz="1250" b="0">
                <a:solidFill>
                  <a:srgbClr val="0F172A"/>
                </a:solidFill>
              </a:rPr>
              <a:t>Software (Web, Mobile PWA &amp; Offline Edge AI)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Team ID – </a:t>
            </a:r>
            <a:r>
              <a:rPr sz="1250" b="0">
                <a:solidFill>
                  <a:srgbClr val="0F172A"/>
                </a:solidFill>
              </a:rPr>
              <a:t>[Enter Your Registered Team ID]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Team Name (Registered on portal) – </a:t>
            </a:r>
            <a:r>
              <a:rPr sz="1250" b="1">
                <a:solidFill>
                  <a:srgbClr val="059669"/>
                </a:solidFill>
              </a:rPr>
              <a:t>PBCOE-Nexora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Live Web App Link – </a:t>
            </a:r>
            <a:r>
              <a:rPr sz="1250" b="1">
                <a:solidFill>
                  <a:srgbClr val="1B3F8B"/>
                </a:solidFill>
              </a:rPr>
              <a:t>https://aabha-ai.vercel.app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</a:defRPr>
            </a:pPr>
            <a:r>
              <a:t>•  GitHub Source Code – </a:t>
            </a:r>
            <a:r>
              <a:rPr sz="1250" b="0">
                <a:solidFill>
                  <a:srgbClr val="0F172A"/>
                </a:solidFill>
              </a:rPr>
              <a:t>https://github.com/swayamgulhane538/Aabha-ai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2026 Idea submission- Template                                                                                                                                              2</a:t>
            </a:r>
          </a:p>
        </p:txBody>
      </p:sp>
      <p:pic>
        <p:nvPicPr>
          <p:cNvPr id="4" name="Picture 3" descr="sih_logo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292608"/>
            <a:ext cx="169164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Team:</a:t>
            </a:r>
          </a:p>
          <a:p>
            <a:pPr algn="ctr">
              <a:defRPr sz="1100" b="1">
                <a:solidFill>
                  <a:srgbClr val="7030A0"/>
                </a:solidFill>
              </a:defRPr>
            </a:pPr>
            <a:r>
              <a:t>PBCOE-Nexora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92608"/>
            <a:ext cx="7040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AABHA AI (Assistive Healthcare Companion)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u="sng">
                <a:solidFill>
                  <a:srgbClr val="0E5BAF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Detailed explanation of the proposed solution: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 - AABHA AI is an inclusive, voice-first assistive healthcare ecosystem designed for Alzheimer's/Dementia seniors, caregivers, and deaf &amp; mute individuals.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 - Core Modules: 1) Gemini 3.7/2.5 AI Voice Action Agent (executes real CRUD commands in Hindi/Marathi/English); 2) Personalized Spoken Voice Alarms with temple bells; 3) SignBridge (ISL 21-point hand tracking teleconsultation); 4) Reminiscence Memory Passport &amp; Cognitive Games.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2514600" cy="1463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0E5BAF"/>
                </a:solidFill>
              </a:defRPr>
            </a:pPr>
            <a:r>
              <a:t>1. Multi-Modal Input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🎙️ Voice (Hindi/Marathi/English)</a:t>
            </a:r>
            <a:br/>
            <a:r>
              <a:t>🔘 1-Tap Touch Cards</a:t>
            </a:r>
            <a:br/>
            <a:r>
              <a:t>🤟 SignBridge Camera (ISL)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154680"/>
            <a:ext cx="2514600" cy="146304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7030A0"/>
                </a:solidFill>
              </a:defRPr>
            </a:pPr>
            <a:r>
              <a:t>2. AI Action Engine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🧠 Google Gemini 3.7 / 2.5</a:t>
            </a:r>
            <a:br/>
            <a:r>
              <a:t>🔄 Multi-Turn Memory Context</a:t>
            </a:r>
            <a:br/>
            <a:r>
              <a:t>⚡ Intent &amp; Parameter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154680"/>
            <a:ext cx="2514600" cy="14630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3. Database &amp; Alarms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💾 PostgreSQL (Prisma ORM)</a:t>
            </a:r>
            <a:br/>
            <a:r>
              <a:t>📶 100% Offline IndexedDB</a:t>
            </a:r>
            <a:br/>
            <a:r>
              <a:t>⏰ Voice Alarms &amp; Ringtone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154680"/>
            <a:ext cx="2514600" cy="1463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1B3F8B"/>
                </a:solidFill>
              </a:defRPr>
            </a:pPr>
            <a:r>
              <a:t>4. Verified Output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🔊 Regional Spoken Voice TTS</a:t>
            </a:r>
            <a:br/>
            <a:r>
              <a:t>📊 Caregiver Dashboard Sync</a:t>
            </a:r>
            <a:br/>
            <a:r>
              <a:t>🚨 Family SOS Emergency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10698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How it addresses the problem: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</a:defRPr>
            </a:pPr>
            <a:r>
              <a:t>   - Ensures 100% medication adherence via spoken alarms in native languages; cuts caregiver burnout by 70% and enables deaf patients to consult doctors via SignBridge.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•  Innovation and uniqueness of the solution: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 - Zero-Hallucination Action Agent (executes real DB writes, never fakes answers) + Dual-Modal Accessibility (Dementia Care + Indian Sign Language ISL in one app).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2026 Idea submission- Template                                                                                                                                              3</a:t>
            </a:r>
          </a:p>
        </p:txBody>
      </p:sp>
      <p:pic>
        <p:nvPicPr>
          <p:cNvPr id="4" name="Picture 3" descr="sih_logo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292608"/>
            <a:ext cx="169164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Team:</a:t>
            </a:r>
          </a:p>
          <a:p>
            <a:pPr algn="ctr">
              <a:defRPr sz="1100" b="1">
                <a:solidFill>
                  <a:srgbClr val="7030A0"/>
                </a:solidFill>
              </a:defRPr>
            </a:pPr>
            <a:r>
              <a:t>PBCOE-Nexora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92608"/>
            <a:ext cx="7040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Technologies to be used (e.g. programming languages, frameworks, hardware):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- Frontend &amp; UI: React 18, TypeScript, Vite, Tailwind CSS, Canvas 3D Orb Visualizer (WebGL).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- Backend &amp; Database: Node.js, Express.js, TypeScript, PostgreSQL (Prisma ORM), IndexedDB (Offline caching), WebSockets.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- AI, Vision &amp; Speech: Google Gemini 3.7 / 2.5 Flash LLM, MediaPipe Hands (21-point ISL recognition), Web Speech API (STT &amp; TTS).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Methodology and process for implementation (Flow Charts/Images/working prototype):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251460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100" b="1">
                <a:solidFill>
                  <a:srgbClr val="0E5BAF"/>
                </a:solidFill>
              </a:defRPr>
            </a:pPr>
            <a:r>
              <a:t>Layer 1: Multi-Modal Input</a:t>
            </a:r>
          </a:p>
          <a:p>
            <a:pPr algn="l"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🎙️ Speech (Hindi/Marathi/English)</a:t>
            </a:r>
            <a:br/>
            <a:r>
              <a:t>🔘 1-Tap Touch Cards &amp; Widgets</a:t>
            </a:r>
            <a:br/>
            <a:r>
              <a:t>📷 SignBridge Camera (ISL)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017520"/>
            <a:ext cx="2514600" cy="22860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100" b="1">
                <a:solidFill>
                  <a:srgbClr val="7030A0"/>
                </a:solidFill>
              </a:defRPr>
            </a:pPr>
            <a:r>
              <a:t>Layer 2: AI Action Router</a:t>
            </a:r>
          </a:p>
          <a:p>
            <a:pPr algn="l"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🧠 Google Gemini 3.7 / 2.5 Engine</a:t>
            </a:r>
            <a:br/>
            <a:r>
              <a:t>🔄 Multi-Turn Memory Context</a:t>
            </a:r>
            <a:br/>
            <a:r>
              <a:t>⚡ Entity &amp; Parameter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17520"/>
            <a:ext cx="2514600" cy="2286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Layer 3: Execution &amp; DB</a:t>
            </a:r>
          </a:p>
          <a:p>
            <a:pPr algn="l"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💾 Prisma PostgreSQL Database</a:t>
            </a:r>
            <a:br/>
            <a:r>
              <a:t>📶 Offline IndexedDB Sync</a:t>
            </a:r>
            <a:br/>
            <a:r>
              <a:t>🤟 MediaPipe 21-Point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017520"/>
            <a:ext cx="2514600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B3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100" b="1">
                <a:solidFill>
                  <a:srgbClr val="1B3F8B"/>
                </a:solidFill>
              </a:defRPr>
            </a:pPr>
            <a:r>
              <a:t>Layer 4: Verified Output</a:t>
            </a:r>
          </a:p>
          <a:p>
            <a:pPr algn="l"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🔊 Spoken Voice Alarms &amp; TTS</a:t>
            </a:r>
            <a:br/>
            <a:r>
              <a:t>📊 Caregiver Dashboard Sync</a:t>
            </a:r>
            <a:br/>
            <a:r>
              <a:t>🚨 Emergency Family SOS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59669"/>
                </a:solidFill>
              </a:defRPr>
            </a:pPr>
            <a:r>
              <a:t>🚀 Working Prototype Status: 100% Implemented &amp; Live Tested | GitHub: https://github.com/swayamgulhane538/Aabha-ai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2026 Idea submission- Template                                                                                                                                              4</a:t>
            </a:r>
          </a:p>
        </p:txBody>
      </p:sp>
      <p:pic>
        <p:nvPicPr>
          <p:cNvPr id="4" name="Picture 3" descr="sih_logo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292608"/>
            <a:ext cx="169164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Team:</a:t>
            </a:r>
          </a:p>
          <a:p>
            <a:pPr algn="ctr">
              <a:defRPr sz="1100" b="1">
                <a:solidFill>
                  <a:srgbClr val="7030A0"/>
                </a:solidFill>
              </a:defRPr>
            </a:pPr>
            <a:r>
              <a:t>PBCOE-Nexora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92608"/>
            <a:ext cx="7040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Analysis of the feasibility of the idea: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- Technical Feasibility: Proven working prototype running on standard browsers; requires zero extra hardware or wearable sensors.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- Economic Viability: Utilizes on-device client processing &amp; Google Gemini high-efficiency APIs, reducing server overhead costs by 80%.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Potential challenges and risks &amp; Strategies for overcoming these challenges (Mitigation Matrix):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4389120" cy="9144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Potential Challenge: Poor Internet in Rural India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926080"/>
            <a:ext cx="6156655" cy="9144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Strategy: 100% Offline-First Architecture with Service Workers &amp; IndexedDB. Alarms &amp; games function without internet.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4389120" cy="9144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Potential Challenge: Multi-Lingual Dialects &amp; Noise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3977639"/>
            <a:ext cx="6156655" cy="9144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0E5BAF"/>
                </a:solidFill>
              </a:defRPr>
            </a:pPr>
            <a:r>
              <a:t>Strategy: Resilient NLP with Multi-Turn Clarification Memory and fuzzy entity parsing in Hindi, Marathi, and English.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4389120" cy="9144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Potential Challenge: Elderly Fear of Complex Tech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5029200"/>
            <a:ext cx="6156655" cy="91440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73152" rIns="73152" bIns="73152"/>
          <a:lstStyle/>
          <a:p>
            <a:pPr algn="ctr">
              <a:defRPr sz="1100" b="1">
                <a:solidFill>
                  <a:srgbClr val="7030A0"/>
                </a:solidFill>
              </a:defRPr>
            </a:pPr>
            <a:r>
              <a:t>Strategy: Ultra-simple 1-tap touch cards, high-contrast visual cues, and automated spoken voice reading with zero learning curve.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2026 Idea submission- Template                                                                                                                                              5</a:t>
            </a:r>
          </a:p>
        </p:txBody>
      </p:sp>
      <p:pic>
        <p:nvPicPr>
          <p:cNvPr id="4" name="Picture 3" descr="sih_logo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292608"/>
            <a:ext cx="169164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Team:</a:t>
            </a:r>
          </a:p>
          <a:p>
            <a:pPr algn="ctr">
              <a:defRPr sz="1100" b="1">
                <a:solidFill>
                  <a:srgbClr val="7030A0"/>
                </a:solidFill>
              </a:defRPr>
            </a:pPr>
            <a:r>
              <a:t>PBCOE-Nexora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92608"/>
            <a:ext cx="7040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Potential impact on the target audience: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29000" cy="1463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0E5BAF"/>
                </a:solidFill>
              </a:defRPr>
            </a:pPr>
            <a:r>
              <a:t>Dementia Patients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Ensures 100% timely medication adherence, preserves cognitive ability, and promotes dignified independent daily living.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14630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Family Caregivers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Reduces 70%+ caregiver burnout by automating repetitive routine checks, hydration alerts, and missed-dose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429000" cy="146304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7030A0"/>
                </a:solidFill>
              </a:defRPr>
            </a:pPr>
            <a:r>
              <a:t>Deaf &amp; Mute Individuals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Bridges critical healthcare communication barriers via SignBridge real-time Indian Sign Language (ISL) teleconsultation.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Benefits of the solution (social, economic, environmental, etc.):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3429000" cy="2057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0E5BAF"/>
                </a:solidFill>
              </a:defRPr>
            </a:pPr>
            <a:r>
              <a:t>🌍 Social Benefits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Promotes inclusive digital health for India's 6.3 Cr seniors and 1.8 Cr deaf/mute community under Ayushman Bharat (ABDM).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03320"/>
            <a:ext cx="3429000" cy="20574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💰 Economic Benefits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Cuts emergency hospital readmission costs caused by missed medications, falls, or late interventions by up to 40%.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03320"/>
            <a:ext cx="3429000" cy="20574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200" b="1">
                <a:solidFill>
                  <a:srgbClr val="7030A0"/>
                </a:solidFill>
              </a:defRPr>
            </a:pPr>
            <a:r>
              <a:t>📈 Scalability &amp; Deployment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Ready for instant nationwide deployment across Old Age Homes, Memory Clinics, Primary Health Centers (PHCs), and NGOs.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2026 Idea submission- Template                                                                                                                                              6</a:t>
            </a:r>
          </a:p>
        </p:txBody>
      </p:sp>
      <p:pic>
        <p:nvPicPr>
          <p:cNvPr id="4" name="Picture 3" descr="sih_logo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01168"/>
            <a:ext cx="2103120" cy="10515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40080" y="292608"/>
            <a:ext cx="1691640" cy="914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Team:</a:t>
            </a:r>
          </a:p>
          <a:p>
            <a:pPr algn="ctr">
              <a:defRPr sz="1100" b="1">
                <a:solidFill>
                  <a:srgbClr val="7030A0"/>
                </a:solidFill>
              </a:defRPr>
            </a:pPr>
            <a:r>
              <a:t>PBCOE-Nexora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92608"/>
            <a:ext cx="7040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•  Details / Links of the reference and research work: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303520" cy="4434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E5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800"/>
              </a:spcAft>
              <a:defRPr sz="1250" b="1">
                <a:solidFill>
                  <a:srgbClr val="0E5BAF"/>
                </a:solidFill>
              </a:defRPr>
            </a:pPr>
            <a:r>
              <a:t>📚 Clinical Research &amp; Government Policies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World Health Organization (WHO):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Global Action Plan on the Public Health Response to Dementia (2017–2026) on assistive tech &amp; reminiscence therapy.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Lancet Neurology (2022):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Bio-Psycho-Social Reminiscence Therapy &amp; Spaced Retrieval Gaming for Mild Cognitive Impairment (MCI).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Google Research (2020):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MediaPipe Hands: Real-Time On-Device Hand Landmark Detection &amp; ISLRTC Sign Corpus.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Govt. of India (MoHFW):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Ayushman Bharat Digital Mission (ABDM) &amp; National Digital Health Blueprint (NDHB) standards.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150815" cy="4434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800"/>
              </a:spcAft>
              <a:defRPr sz="1250" b="1">
                <a:solidFill>
                  <a:srgbClr val="059669"/>
                </a:solidFill>
              </a:defRPr>
            </a:pPr>
            <a:r>
              <a:t>🔗 Live Project Links &amp; Team Deliverables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Team Name: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  PBCOE-Nexora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Problem Statement ID:</a:t>
            </a:r>
          </a:p>
          <a:p>
            <a:pPr>
              <a:spcAft>
                <a:spcPts val="600"/>
              </a:spcAft>
              <a:defRPr sz="1100" b="0">
                <a:solidFill>
                  <a:srgbClr val="0F172A"/>
                </a:solidFill>
              </a:defRPr>
            </a:pPr>
            <a:r>
              <a:t>  SIH26003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Live Web Application Link:</a:t>
            </a:r>
          </a:p>
          <a:p>
            <a:pPr>
              <a:spcAft>
                <a:spcPts val="600"/>
              </a:spcAft>
              <a:defRPr sz="1100" b="1">
                <a:solidFill>
                  <a:srgbClr val="0E5BAF"/>
                </a:solidFill>
              </a:defRPr>
            </a:pPr>
            <a:r>
              <a:t>  https://aabha-ai.vercel.app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GitHub Repository Link:</a:t>
            </a:r>
          </a:p>
          <a:p>
            <a:pPr>
              <a:spcAft>
                <a:spcPts val="600"/>
              </a:spcAft>
              <a:defRPr sz="1100" b="1">
                <a:solidFill>
                  <a:srgbClr val="0E5BAF"/>
                </a:solidFill>
              </a:defRPr>
            </a:pPr>
            <a:r>
              <a:t>  https://github.com/swayamgulhane538/Aabha-ai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Interactive Demo Tour:</a:t>
            </a:r>
          </a:p>
          <a:p>
            <a:pPr>
              <a:spcAft>
                <a:spcPts val="600"/>
              </a:spcAft>
              <a:defRPr sz="1100" b="0">
                <a:solidFill>
                  <a:srgbClr val="0F172A"/>
                </a:solidFill>
              </a:defRPr>
            </a:pPr>
            <a:r>
              <a:t>  Integrated directly inside app under 'Interactive Demo Tour'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Platform Compatibility:</a:t>
            </a:r>
          </a:p>
          <a:p>
            <a:pPr>
              <a:spcAft>
                <a:spcPts val="600"/>
              </a:spcAft>
              <a:defRPr sz="1100" b="0">
                <a:solidFill>
                  <a:srgbClr val="0F172A"/>
                </a:solidFill>
              </a:defRPr>
            </a:pPr>
            <a:r>
              <a:t>  Responsive Web, Mobile PWA, Tablet &amp; Offline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