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1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B3F8B"/>
                </a:solidFill>
                <a:latin typeface="Times New Roman"/>
              </a:defRPr>
            </a:pPr>
            <a:r>
              <a:t>SMART INDIA HACKATHON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7" name="Picture 6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114800" cy="4699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01168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Problem Statement ID – </a:t>
            </a:r>
            <a:r>
              <a:rPr sz="1300" b="1">
                <a:solidFill>
                  <a:srgbClr val="000000"/>
                </a:solidFill>
              </a:rPr>
              <a:t>SIH26003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Problem Statement Title – </a:t>
            </a:r>
            <a:r>
              <a:rPr sz="1300" b="0">
                <a:solidFill>
                  <a:srgbClr val="000000"/>
                </a:solidFill>
              </a:rPr>
              <a:t>AI-Powered Cognitive Healthcare &amp; Assistive Companion for Elderly Dementia Patients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Theme – </a:t>
            </a:r>
            <a:r>
              <a:rPr sz="1300" b="0">
                <a:solidFill>
                  <a:srgbClr val="000000"/>
                </a:solidFill>
              </a:rPr>
              <a:t>MedTech / BioTech / HealthTech / Smart Automation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PS Category – </a:t>
            </a:r>
            <a:r>
              <a:rPr sz="1300" b="0">
                <a:solidFill>
                  <a:srgbClr val="000000"/>
                </a:solidFill>
              </a:rPr>
              <a:t>Software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Team ID – </a:t>
            </a:r>
            <a:r>
              <a:rPr sz="1300" b="0">
                <a:solidFill>
                  <a:srgbClr val="000000"/>
                </a:solidFill>
              </a:rPr>
              <a:t>[Enter Your Registered Team ID]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Team Name (Registered on portal) – </a:t>
            </a:r>
            <a:r>
              <a:rPr sz="1300" b="1">
                <a:solidFill>
                  <a:srgbClr val="000000"/>
                </a:solidFill>
              </a:rPr>
              <a:t>PBCOE-Nexora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Live Web App Link – </a:t>
            </a:r>
            <a:r>
              <a:rPr sz="1300" b="1">
                <a:solidFill>
                  <a:srgbClr val="1B3F8B"/>
                </a:solidFill>
              </a:rPr>
              <a:t>https://aabha-ai.vercel.app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GitHub Source Code – </a:t>
            </a:r>
            <a:r>
              <a:rPr sz="1300" b="0">
                <a:solidFill>
                  <a:srgbClr val="000000"/>
                </a:solidFill>
              </a:rPr>
              <a:t>https://github.com/swayamgulhane538/Aabha-ai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2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AABHA AI (Assistive Healthcare Companion)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 u="sng">
                <a:solidFill>
                  <a:srgbClr val="0E5BAF"/>
                </a:solidFill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Detailed explanation of the proposed solution: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AABHA AI is an intelligent, voice-first assistive platform for dementia/Alzheimer's patients, caregivers, and deaf &amp; mute individuals.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Features: Google Gemini 3.7/2.5 AI Action Agent (executes real CRUD commands in Hindi/Marathi/English), Spoken Voice Alarms with temple bells/vibration, SignBridge (ISL 21-point hand tracking teleconsultation), and Memory Passport.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Patient / Elderly Input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Voice Speech (HI/MR/EN) or 1-Tap UI 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Gemini AI Action Engine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Zero-Hallucination Intent &amp; Entity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Database &amp; Alarm State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PostgreSQL + Offline IndexedDB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072C6"/>
                </a:solidFill>
              </a:defRPr>
            </a:pPr>
            <a:r>
              <a:t>Verified Output &amp; Caregiver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Spoken Voice TTS + Dashboard Realtime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How it addresses the problem:</a:t>
            </a:r>
          </a:p>
          <a:p>
            <a:pPr>
              <a:spcAft>
                <a:spcPts val="400"/>
              </a:spcAft>
              <a:defRPr sz="1200">
                <a:solidFill>
                  <a:srgbClr val="000000"/>
                </a:solidFill>
              </a:defRPr>
            </a:pPr>
            <a:r>
              <a:t>   - Eliminates forgotten medications via proactive spoken reminders; reduces caregiver burnout by 70% and enables deaf patients to consult doctors via SignBridge.</a:t>
            </a:r>
          </a:p>
          <a:p>
            <a:pPr>
              <a:defRPr sz="1300" b="1">
                <a:solidFill>
                  <a:srgbClr val="000000"/>
                </a:solidFill>
              </a:defRPr>
            </a:pPr>
            <a:r>
              <a:t>•  Innovation and uniqueness of the solution: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Zero-Hallucination Action Agent (modifies real database, never fakes actions) + 100% Offline-First Architecture (works in rural areas without internet).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3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Technologies to be used (programming languages, frameworks, AI &amp; speech):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Frontend &amp; UI: React 18, TypeScript, Vite, Tailwind CSS, Canvas 3D Orb Visualizer (WebGL).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Backend &amp; Database: Node.js, Express.js, TypeScript, PostgreSQL (Prisma ORM), IndexedDB (Offline caching), WebSockets.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AI, Vision &amp; Speech: Google Gemini 3.7 / 2.5 Flash LLM, MediaPipe Hands (21-point ISL recognition), Web Speech API (STT &amp; TTS).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Methodology and process for implementation (System Architecture Flowchart):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Layer 1: Input Channels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🎙️ Speech (Hindi/Marathi/English)</a:t>
            </a:r>
            <a:br/>
            <a:r>
              <a:t>🔘 1-Tap UI Cards &amp; Widgets</a:t>
            </a:r>
            <a:br/>
            <a:r>
              <a:t>📷 SignBridge Camera (ISL)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Layer 2: AI Action Router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🧠 Google Gemini 3.7 / 2.5 Engine</a:t>
            </a:r>
            <a:br/>
            <a:r>
              <a:t>🔄 Multi-Turn Memory Context</a:t>
            </a:r>
            <a:br/>
            <a:r>
              <a:t>⚡ Entity &amp; Parameter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Layer 3: Execution &amp; DB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💾 Prisma PostgreSQL Database</a:t>
            </a:r>
            <a:br/>
            <a:r>
              <a:t>📶 Offline IndexedDB Sync</a:t>
            </a:r>
            <a:br/>
            <a:r>
              <a:t>🤟 MediaPipe 21-Point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0072C6"/>
                </a:solidFill>
              </a:defRPr>
            </a:pPr>
            <a:r>
              <a:t>Layer 4: Verified Output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🔊 Spoken Voice Alarms &amp; TTS</a:t>
            </a:r>
            <a:br/>
            <a:r>
              <a:t>📊 Caregiver Dashboard Sync</a:t>
            </a:r>
            <a:br/>
            <a:r>
              <a:t>🚨 Emergency Family SOS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09566"/>
                </a:solidFill>
              </a:defRPr>
            </a:pPr>
            <a:r>
              <a:t>🚀 Working Prototype Status: 100% Implemented &amp; Live Tested | GitHub: https://github.com/swayamgulhane538/Aabha-ai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4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Analysis of the feasibility of the idea: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Technical Feasibility: Proven working prototype running on standard browsers; requires zero extra hardware or wearable sensors.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Economic Viability: Utilizes on-device client processing &amp; Google Gemini high-efficiency APIs, reducing server overhead costs by 80%.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Potential challenges, risks and strategies for overcoming them (Mitigation Flowchart):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Challenge 1: Poor Internet in Rural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926080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Strategy: 100% Offline-First Architecture with Service Workers &amp; IndexedDB. Alarms &amp; games function without internet.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Challenge 2: Multi-Lingual Dialects &amp;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3977639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Strategy: Resilient NLP with Multi-Turn Clarification Memory and fuzzy entity parsing in Hindi, Marathi, and English.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Challenge 3: Elderly Fear of Complex Tech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5029200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Strategy: Ultra-simple 1-tap touch cards, high-contrast visual cues, and automated spoken voice reading with zero learning curve.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5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Potential impact on the target audience: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Dementia Patients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Ensures 100% timely medication adherence, preserves cognitive ability, and promotes dignified independent daily living.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109566"/>
                </a:solidFill>
              </a:defRPr>
            </a:pPr>
            <a:r>
              <a:t>Family Caregivers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Reduces 70%+ caregiver burnout by automating repetitive routine checks, hydration alerts, and missed-dose notifications.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Deaf &amp; Mute Individuals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Bridges critical healthcare communication barriers via SignBridge real-time Indian Sign Language (ISL) teleconsultation.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Benefits of the solution (Social, Economic, Healthcare &amp; Scalability):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🌍 Social Impact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Promotes inclusive digital health for India's 6.3 Cr seniors and 1.8 Cr deaf/mute community under Ayushman Bharat (ABDM).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109566"/>
                </a:solidFill>
              </a:defRPr>
            </a:pPr>
            <a:r>
              <a:t>💰 Economic Benefits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Cuts emergency hospital readmission costs caused by missed medications, falls, or late interventions by up to 40%.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📈 Scalability &amp; Deployment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Ready for instant nationwide deployment across Old Age Homes, Memory Clinics, Primary Health Centers (PHCs), and NGOs.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6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RESEARCH AND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Details / Links of the reference and research work: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30352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0E5BAF"/>
                </a:solidFill>
              </a:defRPr>
            </a:pPr>
            <a:r>
              <a:t>📚 Clinical Research &amp; Government Policies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World Health Organization (WHO):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Global Action Plan on the Public Health Response to Dementia (2017–2025) on assistive tech &amp; reminiscence therapy.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Lancet Neurology (2022):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Bio-Psycho-Social Reminiscence Therapy &amp; Spaced Retrieval Gaming for Mild Cognitive Impairment (MCI).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Google Research (2020):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MediaPipe Hands: Real-Time On-Device Hand Landmark Detection &amp; ISLRTC Sign Corpus.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Govt. of India (MoHFW):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Ayushman Bharat Digital Mission (ABDM) &amp; National Digital Health Blueprint (NDHB) standards.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5081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109566"/>
                </a:solidFill>
              </a:defRPr>
            </a:pPr>
            <a:r>
              <a:t>🔗 Live Project Links &amp; Team Details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Team Name:</a:t>
            </a:r>
          </a:p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</a:defRPr>
            </a:pPr>
            <a:r>
              <a:t>  PBCOE-Nexora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Problem Statement ID: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SIH26003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Live Web Application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https://aabha-ai.vercel.app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GitHub Repository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https://github.com/swayamgulhane538/Aabha-ai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Interactive Demo Mode: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Integrated directly inside app under 'Interactive Demo Tour'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Platform Compatibility: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Responsive Web, Mobile PWA, Tablet &amp; Offline Mode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