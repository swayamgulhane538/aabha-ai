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SMART INDIA HACKATHON 2025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AABHA AI (Automated Assistive Behavioral &amp; Health Aide)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AI-Powered Cognitive Healthcare, Spoken Voice Action Companion &amp; Indian Sign Language Teleconsultation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651760"/>
            <a:ext cx="4846320" cy="329184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Problem Statement ID: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SIH26003</a:t>
            </a:r>
          </a:p>
          <a:p>
            <a:pPr>
              <a:defRPr sz="1100" b="1">
                <a:solidFill>
                  <a:srgbClr val="10B981"/>
                </a:solidFill>
              </a:defRPr>
            </a:pPr>
            <a:r>
              <a:t>Problem Statement Title: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AI-Powered Assistive Care for Dementia &amp; Elder Care</a:t>
            </a:r>
          </a:p>
          <a:p>
            <a:pPr>
              <a:defRPr sz="1100" b="1">
                <a:solidFill>
                  <a:srgbClr val="10B981"/>
                </a:solidFill>
              </a:defRPr>
            </a:pPr>
            <a:r>
              <a:t>Theme: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MedTech / BioTech / HealthTech / Smart Automation</a:t>
            </a:r>
          </a:p>
          <a:p>
            <a:pPr>
              <a:defRPr sz="1100" b="1">
                <a:solidFill>
                  <a:srgbClr val="10B981"/>
                </a:solidFill>
              </a:defRPr>
            </a:pPr>
            <a:r>
              <a:t>PS Category: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Software (Web, Mobile &amp; Edge 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651760"/>
            <a:ext cx="4846320" cy="329184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Team Name (Registered):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PBCOE-Nexora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Team ID:</a:t>
            </a:r>
          </a:p>
          <a:p>
            <a:pPr>
              <a:spcAft>
                <a:spcPts val="800"/>
              </a:spcAft>
              <a:defRPr sz="1200" b="0">
                <a:solidFill>
                  <a:srgbClr val="FFFFFF"/>
                </a:solidFill>
              </a:defRPr>
            </a:pPr>
            <a:r>
              <a:t>[Enter Your Registered Team ID]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Live Web Application Link:</a:t>
            </a:r>
          </a:p>
          <a:p>
            <a:pPr>
              <a:spcAft>
                <a:spcPts val="800"/>
              </a:spcAft>
              <a:defRPr sz="1200" b="0">
                <a:solidFill>
                  <a:srgbClr val="FFFFFF"/>
                </a:solidFill>
              </a:defRPr>
            </a:pPr>
            <a:r>
              <a:t>https://aabha-ai.vercel.app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GitHub Repository URL:</a:t>
            </a:r>
          </a:p>
          <a:p>
            <a:pPr>
              <a:spcAft>
                <a:spcPts val="800"/>
              </a:spcAft>
              <a:defRPr sz="1200" b="0">
                <a:solidFill>
                  <a:srgbClr val="FFFFFF"/>
                </a:solidFill>
              </a:defRPr>
            </a:pPr>
            <a:r>
              <a:t>https://github.com/swayamgulhane538/Aabha-ai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SIH 2025 IDEA SUBMISSION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PROPOSED SOLUTION (Idea / Solution / Prototype)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594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Team: PBCOE-Nexora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2900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🎙️ AI Action Agent (Gemini 3.7 / 2.5)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Executes real CRUD operations via voice in Hindi, Marathi &amp; English. Creates, modifies, and deletes alarms in real-time.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42900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⏰ Spoken Voice Alarms &amp; Memory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Personalized spoken reminders with family voice tones, custom temple bells, vibration, and multi-turn contextual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42900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🤟 SignBridge (ISL Teleconsultation)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MediaPipe 21-point hand tracking for real-time Indian Sign Language to speech translation for deaf &amp; mute patients.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SOLUTION WORKFLOW &amp; ECOSYSTEM FLOWCHART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2514600" cy="1645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 rIns="109728" bIns="109728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1. User Voice / Sign Input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Hindi/Marathi/English speech or Camera ISL gestures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4023360"/>
            <a:ext cx="2514600" cy="1645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 rIns="109728" bIns="109728"/>
          <a:lstStyle/>
          <a:p>
            <a:pPr algn="ctr">
              <a:defRPr sz="1100" b="1">
                <a:solidFill>
                  <a:srgbClr val="3B82F6"/>
                </a:solidFill>
              </a:defRPr>
            </a:pPr>
            <a:r>
              <a:t>2. AI Action &amp; NLU Engine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Gemini 3.7 / 2.5 parses intent &amp; extracts parameters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4023360"/>
            <a:ext cx="2514600" cy="1645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 rIns="109728" bIns="109728"/>
          <a:lstStyle/>
          <a:p>
            <a:pPr algn="ctr">
              <a:defRPr sz="1100" b="1">
                <a:solidFill>
                  <a:srgbClr val="A855F7"/>
                </a:solidFill>
              </a:defRPr>
            </a:pPr>
            <a:r>
              <a:t>3. Real Database Execution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Prisma PostgreSQL &amp; Offline IndexedDB update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4023360"/>
            <a:ext cx="2514600" cy="1645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 rIns="109728" bIns="109728"/>
          <a:lstStyle/>
          <a:p>
            <a:pPr algn="ctr">
              <a:defRPr sz="1100" b="1">
                <a:solidFill>
                  <a:srgbClr val="14B8A6"/>
                </a:solidFill>
              </a:defRPr>
            </a:pPr>
            <a:r>
              <a:t>4. Spoken Voice &amp; Caregiver Sync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Verified audio TTS playback &amp; instant dashboard alert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852160"/>
            <a:ext cx="10728655" cy="54864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💡 Uniqueness: Zero Hallucination Real Action Agent + 100% Offline-First Architecture | Live App: https://aabha-ai.vercel.app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SIH 2025 IDEA SUBMISSION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TECHNICAL APPROACH (Architecture &amp; Implementation)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594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Team: PBCOE-Nexora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65760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3B82F6"/>
                </a:solidFill>
              </a:defRPr>
            </a:pPr>
            <a:r>
              <a:t>🛠️ CORE TECH STACK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Frontend Layer: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React 18, TypeScript, Vite, Tailwind CSS, Canvas 3D Orb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Backend &amp; APIs: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Node.js, Express.js, TypeScript, REST, WebSockets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Database &amp; ORM: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PostgreSQL, Prisma ORM, IndexedDB (Offline)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AI &amp; LLM Engine: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Google Gemini 3.7 / 2.5 Flash, Resilient Multi-Model Router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Computer Vision: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MediaPipe Hands (21 Landmarks for ISL)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Speech Audio: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Web Speech API (STT &amp; Multi-Lingual TTS)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71600"/>
            <a:ext cx="6796735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📊 END-TO-END SYSTEM ARCHITECTURE FLOWCHART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103120"/>
            <a:ext cx="6400800" cy="8229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Layer 1: Input Channels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Voice (Hindi/Marathi/English) | 1-Tap UI Cards | Camera (ISL 21-Points)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3108960"/>
            <a:ext cx="6400800" cy="8229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100" b="1">
                <a:solidFill>
                  <a:srgbClr val="3B82F6"/>
                </a:solidFill>
              </a:defRPr>
            </a:pPr>
            <a:r>
              <a:t>Layer 2: AI Action Router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Gemini 3.7 / 2.5 Action Engine + Multi-Turn Clarification Memory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4114800"/>
            <a:ext cx="6400800" cy="8229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100" b="1">
                <a:solidFill>
                  <a:srgbClr val="A855F7"/>
                </a:solidFill>
              </a:defRPr>
            </a:pPr>
            <a:r>
              <a:t>Layer 3: Execution &amp; DB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Prisma PostgreSQL CRUD + IndexedDB Offline Sync + SignBridge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5120640"/>
            <a:ext cx="6400800" cy="8229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100" b="1">
                <a:solidFill>
                  <a:srgbClr val="14B8A6"/>
                </a:solidFill>
              </a:defRPr>
            </a:pPr>
            <a:r>
              <a:t>Layer 4: Verified Output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Multi-Lingual Spoken Voice TTS | Caregiver Alerts | Dashboard Live Sync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SIH 2025 IDEA SUBMISSION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FEASIBILITY AND VIABILITY (Analysis &amp; Risk Mitigation)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594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Team: PBCOE-Nexora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2900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✅ 100% Working Prototype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</a:defRPr>
            </a:pPr>
            <a:r>
              <a:t>Full patient dashboard, caregiver portal, Gemini action agent &amp; SignBridge are already fully built &amp; tested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42900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📱 Zero Extra Hardware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</a:defRPr>
            </a:pPr>
            <a:r>
              <a:t>Runs seamlessly on any standard smartphone, tablet, laptop, or low-cost Android device via modern browsers.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42900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💰 Cost Effective &amp; Scalable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</a:defRPr>
            </a:pPr>
            <a:r>
              <a:t>Uses client-side AI and Gemini high-efficiency models, cutting cloud server costs by 80%.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RISK &amp; MITIGATION STRATEGY FLOWCHART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657600"/>
            <a:ext cx="10728655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 rIns="109728" bIns="109728"/>
          <a:lstStyle/>
          <a:p>
            <a:pPr algn="ctr">
              <a:defRPr sz="1100" b="1">
                <a:solidFill>
                  <a:srgbClr val="F87171"/>
                </a:solidFill>
              </a:defRPr>
            </a:pPr>
            <a:r>
              <a:t>📶 Challenge: Intermittent Internet in Rural Areas</a:t>
            </a:r>
          </a:p>
          <a:p>
            <a:pPr>
              <a:spcBef>
                <a:spcPts val="200"/>
              </a:spcBef>
              <a:defRPr sz="1050">
                <a:solidFill>
                  <a:srgbClr val="10B981"/>
                </a:solidFill>
              </a:defRPr>
            </a:pPr>
            <a:r>
              <a:t>⚡ Mitigation: 100% Offline-First Architecture with Service Workers &amp; IndexedDB. Alarms trigger without internet.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617720"/>
            <a:ext cx="10728655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 rIns="109728" bIns="109728"/>
          <a:lstStyle/>
          <a:p>
            <a:pPr algn="ctr">
              <a:defRPr sz="1100" b="1">
                <a:solidFill>
                  <a:srgbClr val="F87171"/>
                </a:solidFill>
              </a:defRPr>
            </a:pPr>
            <a:r>
              <a:t>🗣️ Challenge: Regional Dialects &amp; Ambient Home Noise</a:t>
            </a:r>
          </a:p>
          <a:p>
            <a:pPr>
              <a:spcBef>
                <a:spcPts val="200"/>
              </a:spcBef>
              <a:defRPr sz="1050">
                <a:solidFill>
                  <a:srgbClr val="10B981"/>
                </a:solidFill>
              </a:defRPr>
            </a:pPr>
            <a:r>
              <a:t>⚡ Mitigation: Multi-turn clarification memory and high-tolerance NLU entity extraction (Hindi/Marathi/English).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77840"/>
            <a:ext cx="10728655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 rIns="109728" bIns="109728"/>
          <a:lstStyle/>
          <a:p>
            <a:pPr algn="ctr">
              <a:defRPr sz="1100" b="1">
                <a:solidFill>
                  <a:srgbClr val="F87171"/>
                </a:solidFill>
              </a:defRPr>
            </a:pPr>
            <a:r>
              <a:t>👴 Challenge: Technology Hesitancy in Elderly Seniors</a:t>
            </a:r>
          </a:p>
          <a:p>
            <a:pPr>
              <a:spcBef>
                <a:spcPts val="200"/>
              </a:spcBef>
              <a:defRPr sz="1050">
                <a:solidFill>
                  <a:srgbClr val="10B981"/>
                </a:solidFill>
              </a:defRPr>
            </a:pPr>
            <a:r>
              <a:t>⚡ Mitigation: High-contrast 1-tap large cards, automated spoken audio reading, and zero-learning-curve voice interaction.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SIH 2025 IDEA SUBMISSION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IMPACT AND BENEFITS (Social, Economic &amp; Healthcare)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594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Team: PBCOE-Nexora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42255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0B981"/>
                </a:solidFill>
              </a:defRPr>
            </a:pPr>
            <a:r>
              <a:t>👥 TARGET AUDIENCE IMPACT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Dementia &amp; Elderly Patients: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Preserves dignity, ensures 100% timely medication, and slows cognitive decline through daily gaming.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Family Caregivers: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Reduces 70%+ of caregiver burnout by automating repetitive routine checks and missed-alarm SOS calls.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Doctors &amp; Clinics: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Provides objective cognitive score tracking, vitals history, and direct ISL teleconsultation.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42255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3B82F6"/>
                </a:solidFill>
              </a:defRPr>
            </a:pPr>
            <a:r>
              <a:t>🌍 SOCIETAL &amp; ECONOMIC BENEFITS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Social Inclusivity: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Empowers India's 6.3 crore seniors &amp; 1.8 crore deaf/mute population with dignified digital healthcare.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Economic Savings: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Drastically cuts costly hospital readmissions and emergency room visits caused by missed medications.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National Alignment: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Directly supports Ayushman Bharat Digital Mission (ABDM) and Accessible India Campaign (Sugamya Bharat).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SIH 2025 IDEA SUBMISSION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RESEARCH AND REFERENCES (Clinical &amp; Project Links)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594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Team: PBCOE-Nexora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📚 CLINICAL &amp; RESEARCH REFERENCES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World Health Organization (WHO):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Global Action Plan on the Public Health Response to Dementia (2017–2025) on assistive tech &amp; reminiscence therapy.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Lancet Neurology (2022):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Bio-Psycho-Social Reminiscence Therapy and Spaced Retrieval Gaming for Mild Cognitive Impairment (MCI).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Google Research (2020):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MediaPipe Hands: Real-Time On-Device Hand Landmark Detection &amp; Indian Sign Language Research Centre (ISLRTC) corpus.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Govt. of India Guidelines: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Ayushman Bharat Digital Mission (ABDM) &amp; National Digital Health Blueprint (NDHB), MoHFW.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371600"/>
            <a:ext cx="4967935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06B6D4"/>
                </a:solidFill>
              </a:defRPr>
            </a:pPr>
            <a:r>
              <a:t>🔗 PROJECT DELIVERABLES &amp; TEAM</a:t>
            </a:r>
          </a:p>
          <a:p>
            <a:pPr>
              <a:defRPr sz="1100" b="1">
                <a:solidFill>
                  <a:srgbClr val="10B981"/>
                </a:solidFill>
              </a:defRPr>
            </a:pPr>
            <a:r>
              <a:t>Team Name: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PBCOE-Nexora</a:t>
            </a:r>
          </a:p>
          <a:p>
            <a:pPr>
              <a:defRPr sz="1100" b="1">
                <a:solidFill>
                  <a:srgbClr val="10B981"/>
                </a:solidFill>
              </a:defRPr>
            </a:pPr>
            <a:r>
              <a:t>Live Web Application Link: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https://aabha-ai.vercel.app</a:t>
            </a:r>
          </a:p>
          <a:p>
            <a:pPr>
              <a:defRPr sz="1100" b="1">
                <a:solidFill>
                  <a:srgbClr val="10B981"/>
                </a:solidFill>
              </a:defRPr>
            </a:pPr>
            <a:r>
              <a:t>GitHub Repository Link: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https://github.com/swayamgulhane538/Aabha-ai</a:t>
            </a:r>
          </a:p>
          <a:p>
            <a:pPr>
              <a:defRPr sz="1100" b="1">
                <a:solidFill>
                  <a:srgbClr val="10B981"/>
                </a:solidFill>
              </a:defRPr>
            </a:pPr>
            <a:r>
              <a:t>Live Interactive Demo: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Available directly inside app under 'Interactive Demo Tour'</a:t>
            </a:r>
          </a:p>
          <a:p>
            <a:pPr>
              <a:defRPr sz="1100" b="1">
                <a:solidFill>
                  <a:srgbClr val="10B981"/>
                </a:solidFill>
              </a:defRPr>
            </a:pPr>
            <a:r>
              <a:t>Deployment Mode: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Web, Mobile PWA &amp; Offline IndexedDB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